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120640" cy="512064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822960"/>
            <a:ext cx="3291840" cy="3291840"/>
          </a:xfrm>
          <a:prstGeom prst="ellipse">
            <a:avLst/>
          </a:prstGeom>
          <a:solidFill>
            <a:srgbClr val="3B4A8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554480" y="4297680"/>
            <a:ext cx="3931920" cy="393192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Classroom Biometric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Development Project Integrating Biometric &amp; IoT Sensors for Automated, Real-Time Student Attendance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9" name="Image 0" descr="/home/claude/smartclass/icons/fingerpr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482231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257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Sensing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48840" y="4709160"/>
            <a:ext cx="502920" cy="5029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12" name="Image 1" descr="/home/claude/smartclass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97" y="48223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5257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74720" y="4709160"/>
            <a:ext cx="502920" cy="5029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15" name="Image 2" descr="/home/claude/smartclass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877" y="482231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54680" y="5257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800600" y="4709160"/>
            <a:ext cx="502920" cy="5029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18" name="Image 3" descr="/home/claude/smartclass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757" y="482231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80560" y="5257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Full-Stack Web Development Capstone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8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clearly scoped system: what it does, and what it aims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8006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6" name="Image 0" descr="/home/claude/smartclass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56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attendance platform that replaces manual roll-call with fingerprint/RFID sensors connected to a full-stack application — capturing, verifying, and logging student presence automatically, and presenting it through a live dashboard.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4572000"/>
            <a:ext cx="4434840" cy="0"/>
          </a:xfrm>
          <a:prstGeom prst="line">
            <a:avLst/>
          </a:prstGeom>
          <a:noFill/>
          <a:ln w="12700">
            <a:solidFill>
              <a:srgbClr val="3B4A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AT A GLANCE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5157216"/>
            <a:ext cx="73152" cy="7315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50200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Single-campus classroom deployment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5522976"/>
            <a:ext cx="73152" cy="7315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4" name="Text 11"/>
          <p:cNvSpPr/>
          <p:nvPr/>
        </p:nvSpPr>
        <p:spPr>
          <a:xfrm>
            <a:off x="1078992" y="5385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/ RFID sensor input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14400" y="5888736"/>
            <a:ext cx="73152" cy="7315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6" name="Text 13"/>
          <p:cNvSpPr/>
          <p:nvPr/>
        </p:nvSpPr>
        <p:spPr>
          <a:xfrm>
            <a:off x="1078992" y="57515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staff &amp; parents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8932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89320" y="2103120"/>
            <a:ext cx="56235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22494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/home/claude/smartclass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86584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3720" y="21945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proxy attendance through verified biometric identity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989320" y="3090672"/>
            <a:ext cx="56235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32369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home/claude/smartclass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37413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03720" y="31821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sensor-to-database pipeline in real time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989320" y="4078224"/>
            <a:ext cx="56235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72200" y="4224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smartclass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36168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03720" y="4169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live, role-based dashboards for staff &amp; parents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989320" y="5065776"/>
            <a:ext cx="56235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172200" y="5212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/home/claude/smartclass/icons/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34924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903720" y="51572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a scalable full-stack architecture (React, Node.js, MongoDB)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Feasibility Analysis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8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across technical, economic &amp; operational dimensions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920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martclass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21145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547872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4015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fingerprint (R307) &amp; RFID (RC522) modules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4334256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1879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 full-stack frameworks (MERN)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5120640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97433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REST/WebSocket APIs for real-time sync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1920240"/>
            <a:ext cx="777240" cy="777240"/>
          </a:xfrm>
          <a:prstGeom prst="ellipse">
            <a:avLst/>
          </a:prstGeom>
          <a:solidFill>
            <a:srgbClr val="3B4A89"/>
          </a:solidFill>
          <a:ln/>
        </p:spPr>
      </p:sp>
      <p:pic>
        <p:nvPicPr>
          <p:cNvPr id="16" name="Image 1" descr="/home/claude/smartclass/icons/wall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590" y="2114550"/>
            <a:ext cx="388620" cy="3886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34840" y="2880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572000" y="3547872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9" name="Text 15"/>
          <p:cNvSpPr/>
          <p:nvPr/>
        </p:nvSpPr>
        <p:spPr>
          <a:xfrm>
            <a:off x="4754880" y="34015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hardware cost (~₹2,000–3,000 per unit)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0" y="4334256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1" name="Text 17"/>
          <p:cNvSpPr/>
          <p:nvPr/>
        </p:nvSpPr>
        <p:spPr>
          <a:xfrm>
            <a:off x="4754880" y="41879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software stack — zero licensing fees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0" y="5120640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3" name="Text 19"/>
          <p:cNvSpPr/>
          <p:nvPr/>
        </p:nvSpPr>
        <p:spPr>
          <a:xfrm>
            <a:off x="4754880" y="497433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recurring cost; cloud tier scales with use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04672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418320" y="1920240"/>
            <a:ext cx="777240" cy="777240"/>
          </a:xfrm>
          <a:prstGeom prst="ellipse">
            <a:avLst/>
          </a:prstGeom>
          <a:solidFill>
            <a:srgbClr val="5C4A9E"/>
          </a:solidFill>
          <a:ln/>
        </p:spPr>
      </p:sp>
      <p:pic>
        <p:nvPicPr>
          <p:cNvPr id="26" name="Image 2" descr="/home/claude/smartclass/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630" y="2114550"/>
            <a:ext cx="388620" cy="3886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83880" y="2880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8321040" y="3547872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9" name="Text 24"/>
          <p:cNvSpPr/>
          <p:nvPr/>
        </p:nvSpPr>
        <p:spPr>
          <a:xfrm>
            <a:off x="8503920" y="34015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classroom installation, no rewiring needed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321040" y="4334256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31" name="Text 26"/>
          <p:cNvSpPr/>
          <p:nvPr/>
        </p:nvSpPr>
        <p:spPr>
          <a:xfrm>
            <a:off x="8503920" y="41879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training for teachers &amp; administrators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321040" y="5120640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33" name="Text 28"/>
          <p:cNvSpPr/>
          <p:nvPr/>
        </p:nvSpPr>
        <p:spPr>
          <a:xfrm>
            <a:off x="8503920" y="497433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easily from one room to full campus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60350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EEFA"/>
          </a:solidFill>
          <a:ln/>
        </p:spPr>
      </p:sp>
      <p:sp>
        <p:nvSpPr>
          <p:cNvPr id="35" name="Text 30"/>
          <p:cNvSpPr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technically sound, cost-effective, and practically deployable within a standard classroom setting.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Oriented with Societal Needs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8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 for students, families &amp; institutions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martclass/icons/scho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231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01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Equity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194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teaching time from manual roll-call, giving every classroom more instructional minutes.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288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martclass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20231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01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Transparency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406640" y="2194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get real-time visibility into their child's attendance, strengthening home-school trust.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977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martclass/icons/heartb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17195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950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37360" y="4343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patterns flag at-risk or frequently absent students for timely counselor support.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77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martclass/icons/hand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17195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950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Accountability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06640" y="4343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digital records support audits, compliance, and transparent administration.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206240" cy="420624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97680"/>
            <a:ext cx="3931920" cy="3931920"/>
          </a:xfrm>
          <a:prstGeom prst="ellipse">
            <a:avLst/>
          </a:prstGeom>
          <a:solidFill>
            <a:srgbClr val="3B4A8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of the Project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941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this system apart from conventional attendance solutions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B235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161D4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671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167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roll-call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83880" y="2167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(fingerprint / RFID)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11064240" cy="566928"/>
          </a:xfrm>
          <a:prstGeom prst="rect">
            <a:avLst/>
          </a:prstGeom>
          <a:solidFill>
            <a:srgbClr val="1016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340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73405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device only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273405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dashboard, anywhere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161D4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009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speed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3009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/ manual export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83880" y="33009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sensor-to-cloud sync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867912"/>
            <a:ext cx="11064240" cy="566928"/>
          </a:xfrm>
          <a:prstGeom prst="rect">
            <a:avLst/>
          </a:prstGeom>
          <a:solidFill>
            <a:srgbClr val="10163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679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visibility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8679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38679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teachers &amp; parents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2B346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4837176"/>
            <a:ext cx="685800" cy="68580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8" name="Image 0" descr="/home/claude/smartclass/icons/bulb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008626"/>
            <a:ext cx="342900" cy="3429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91640" y="4709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 lies in fusing biometric hardware with a full-stack, real-time web platform — most existing systems do one or the other, not both, in a single unified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920240"/>
            <a:ext cx="5303520" cy="530352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914400"/>
            <a:ext cx="3383280" cy="3383280"/>
          </a:xfrm>
          <a:prstGeom prst="ellipse">
            <a:avLst/>
          </a:prstGeom>
          <a:solidFill>
            <a:srgbClr val="3B4A8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5120640"/>
            <a:ext cx="2194560" cy="2194560"/>
          </a:xfrm>
          <a:prstGeom prst="ellipse">
            <a:avLst/>
          </a:prstGeom>
          <a:solidFill>
            <a:srgbClr val="3B4A89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0952" y="1417320"/>
            <a:ext cx="960120" cy="9601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7" name="Image 0" descr="/home/claude/smartclass/icons/fingerpr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982" y="1657350"/>
            <a:ext cx="480060" cy="480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 Biometric Attendance System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4224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are welcome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36976" y="5029200"/>
            <a:ext cx="502920" cy="5029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12" name="Image 1" descr="/home/claude/smartclass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133" y="514235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19756" y="5577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74336" y="5029200"/>
            <a:ext cx="502920" cy="5029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15" name="Image 2" descr="/home/claude/smartclass/icons/fingerpri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493" y="514235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57116" y="5577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Sensing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11696" y="5029200"/>
            <a:ext cx="502920" cy="5029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18" name="Image 3" descr="/home/claude/smartclass/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853" y="514235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94476" y="5577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449056" y="5029200"/>
            <a:ext cx="502920" cy="502920"/>
          </a:xfrm>
          <a:prstGeom prst="ellipse">
            <a:avLst/>
          </a:prstGeom>
          <a:solidFill>
            <a:srgbClr val="2B3468"/>
          </a:solidFill>
          <a:ln/>
        </p:spPr>
      </p:sp>
      <p:pic>
        <p:nvPicPr>
          <p:cNvPr id="21" name="Image 4" descr="/home/claude/smartclass/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213" y="5142357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31836" y="5577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Full-Stack Web Development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2026-08-09T14:12:25Z</dcterms:created>
  <dcterms:modified xsi:type="dcterms:W3CDTF">2026-08-09T14:12:25Z</dcterms:modified>
</cp:coreProperties>
</file>